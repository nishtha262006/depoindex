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ishtha262006.github.io/depoindex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ENGINEER INTERNSHIP PROGRAM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DepoIndex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Deposition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Index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Ollama  ·  Llama 3.2 3B  ·  FastAPI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685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2412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deposition transcript into a verifiable Topic Index, where every topic is linked to an exact page/line range and supporting evidence.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331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331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0" y="23317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2331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Index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331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966960" y="23317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0" y="2331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Page/Line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+ Evidence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F0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3785616"/>
            <a:ext cx="365760" cy="365760"/>
          </a:xfrm>
          <a:prstGeom prst="ellipse">
            <a:avLst/>
          </a:prstGeom>
          <a:solidFill>
            <a:srgbClr val="C972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4608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803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206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identifies what is being discussed. Deterministic code determines and validates where it occurs in the transcript.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257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trusts the language model with page/line provenance — that determination is made and verified by deterministic code.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deposition PDF to a validated, human-readable Topic Index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 PDF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400300" y="185623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751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00300" y="24140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328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Page/Line Provenance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400300" y="297180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906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Chunking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400300" y="352958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484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Topic Classification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3.2 3B / Ollama)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400300" y="419709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4160520" cy="438912"/>
          </a:xfrm>
          <a:prstGeom prst="roundRect">
            <a:avLst>
              <a:gd name="adj" fmla="val 12500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315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Validation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892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4892040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4892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Output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943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58968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458968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Topic Index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66360" y="1481328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BOUNDARY AUDIT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19659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Chunks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196596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19659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Transition Analysis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196596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01200" y="19659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0" y="19659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SAME_TOPIC / NEW_TOPIC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30632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66360" y="341985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6636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336499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3602736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runs locally through Ollama.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66360" y="407822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6636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02336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Provenance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0" y="42611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and line locations are extracted programmatically from the PDF.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66360" y="473659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6636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669280" y="468172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0" y="491947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ranges and evidence are checked against the transcript before being accepted.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66360" y="5449824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40680" y="544982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classifies the topic; deterministic code establishes and validates provenance.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System Architecture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Index: Verifiable Output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traceable to an exact location in the source transcript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577840" cy="3246120"/>
          </a:xfrm>
          <a:prstGeom prst="roundRect">
            <a:avLst>
              <a:gd name="adj" fmla="val 2817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ENTRY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Enforceability and Disclosure Requirements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529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58, Line 17  —  Page 61, Line 21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93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730752"/>
            <a:ext cx="50292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73075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“Yes, they would have the right to cancel that loan if they never received the disclosure.”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517136"/>
            <a:ext cx="237744" cy="237744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17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VALID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1481328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66420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(JSON)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029968"/>
            <a:ext cx="473659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"topic":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"start_page": 58,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"start_line": 17,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"end_page": 61,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"end_line": 21,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"evidence": "...",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"provenance_valid": true,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"validation_reason": "..."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Index entry can be traced back to a specific portion of the source transcript.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4983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normalized and checked against the cited transcript range.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937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4937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5577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Segments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29800" y="4937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29800" y="4937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5577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Valid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 entries passed deterministic provenance validation.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Topic Index &amp; Provenance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Reliability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reviewed and stress-tested across repeated runs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20-ENTRY MANUAL REVIEW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192024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Location 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20/20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4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Topic relevance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19/20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4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722B"/>
                          </a:solidFill>
                        </a:rPr>
                        <a:t>Boundary quality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722B"/>
                          </a:solidFill>
                        </a:rPr>
                        <a:t>10/20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722B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Coverage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19/20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4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Redundancy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4"/>
                          </a:solidFill>
                        </a:rPr>
                        <a:t>20/20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4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587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criteria: location accuracy, topic relevance, boundary quality, coverage, and redundancy.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BEAE0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4531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 IDENTIFIED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091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 boundaries do not always align with natural semantic topic transitions.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4630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THREE-RUN STABILITY TEST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1810512"/>
            <a:ext cx="1594104" cy="960120"/>
          </a:xfrm>
          <a:prstGeom prst="roundRect">
            <a:avLst>
              <a:gd name="adj" fmla="val 7619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828800"/>
            <a:ext cx="1594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395728"/>
            <a:ext cx="159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3504" y="1810512"/>
            <a:ext cx="1594104" cy="960120"/>
          </a:xfrm>
          <a:prstGeom prst="roundRect">
            <a:avLst>
              <a:gd name="adj" fmla="val 7619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3504" y="1828800"/>
            <a:ext cx="1594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8223504" y="2395728"/>
            <a:ext cx="159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46208" y="1810512"/>
            <a:ext cx="1594104" cy="960120"/>
          </a:xfrm>
          <a:prstGeom prst="roundRect">
            <a:avLst>
              <a:gd name="adj" fmla="val 7619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46208" y="1828800"/>
            <a:ext cx="1594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0046208" y="2395728"/>
            <a:ext cx="159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0" y="2971800"/>
            <a:ext cx="52395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2971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7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24/26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971800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Topic Labels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0" y="3666744"/>
            <a:ext cx="52395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36667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7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92.31%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366674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Topic-Label Stability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0" y="4361688"/>
            <a:ext cx="523951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9400" y="43616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7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436168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Stability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5166360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544068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unstable chunks showed minor wording variations while referring to the same general subjects.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0" y="5952744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0F4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0" y="600760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Chunk 24  </a:t>
            </a:r>
            <a:pPr indent="0" marL="0">
              <a:buNone/>
            </a:pPr>
            <a:r>
              <a:rPr lang="en-US" sz="1050" dirty="0">
                <a:solidFill>
                  <a:srgbClr val="1A1A24"/>
                </a:solidFill>
              </a:rPr>
              <a:t>Servicer Regulation and Enforcement  ↔  Servicer Responsibilities and Loan Enforcement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630021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Chunk 26  </a:t>
            </a:r>
            <a:pPr indent="0" marL="0">
              <a:buNone/>
            </a:pPr>
            <a:r>
              <a:rPr lang="en-US" sz="1050" dirty="0">
                <a:solidFill>
                  <a:srgbClr val="1A1A24"/>
                </a:solidFill>
              </a:rPr>
              <a:t>PEAKS loans program  ↔  PEAKS loans program servicing issues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Evaluation &amp; Reliability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96596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Demo, Limitations &amp;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nishtha262006.github.io/depoindex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1852" cy="292608"/>
          </a:xfrm>
          <a:prstGeom prst="roundRect">
            <a:avLst>
              <a:gd name="adj" fmla="val 50000"/>
            </a:avLst>
          </a:prstGeom>
          <a:solidFill>
            <a:srgbClr val="2630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1101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Topics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7652" y="169164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2630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7652" y="16916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Topic Index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55948" y="169164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2630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55948" y="1691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Page/Line Provenance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0508" y="169164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2630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0508" y="169164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02652" y="1691640"/>
            <a:ext cx="1796796" cy="292608"/>
          </a:xfrm>
          <a:prstGeom prst="roundRect">
            <a:avLst>
              <a:gd name="adj" fmla="val 50000"/>
            </a:avLst>
          </a:prstGeom>
          <a:solidFill>
            <a:srgbClr val="2630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02652" y="1691640"/>
            <a:ext cx="1796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33172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0F4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25603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054096"/>
            <a:ext cx="146304" cy="146304"/>
          </a:xfrm>
          <a:prstGeom prst="ellipse">
            <a:avLst/>
          </a:prstGeom>
          <a:solidFill>
            <a:srgbClr val="C972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segmentation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246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uses deterministic fixed-size transcript chunks; some boundaries occur before or after the natural semantic transition.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133088"/>
            <a:ext cx="146304" cy="146304"/>
          </a:xfrm>
          <a:prstGeom prst="ellipse">
            <a:avLst/>
          </a:prstGeom>
          <a:solidFill>
            <a:srgbClr val="C972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5568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selection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251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currently selected using a simple fallback strategy and can be improved to better represent the assigned topic.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146304" cy="146304"/>
          </a:xfrm>
          <a:prstGeom prst="ellipse">
            <a:avLst/>
          </a:prstGeom>
          <a:solidFill>
            <a:srgbClr val="C972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15568" y="5129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54041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provides local, reproducible processing but can produce minor lexical variation between runs.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2331720"/>
            <a:ext cx="5422392" cy="4023360"/>
          </a:xfrm>
          <a:prstGeom prst="roundRect">
            <a:avLst>
              <a:gd name="adj" fmla="val 1818"/>
            </a:avLst>
          </a:prstGeom>
          <a:solidFill>
            <a:srgbClr val="141A4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2560320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081528"/>
            <a:ext cx="274320" cy="274320"/>
          </a:xfrm>
          <a:prstGeom prst="ellipse">
            <a:avLst/>
          </a:prstGeom>
          <a:solidFill>
            <a:srgbClr val="263073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044952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boundary detection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3703320"/>
            <a:ext cx="274320" cy="274320"/>
          </a:xfrm>
          <a:prstGeom prst="ellipse">
            <a:avLst/>
          </a:prstGeom>
          <a:solidFill>
            <a:srgbClr val="263073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66674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evidence selection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4325112"/>
            <a:ext cx="274320" cy="274320"/>
          </a:xfrm>
          <a:prstGeom prst="ellipse">
            <a:avLst/>
          </a:prstGeom>
          <a:solidFill>
            <a:srgbClr val="263073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28853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topic-quality scoring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92240" y="4946904"/>
            <a:ext cx="274320" cy="274320"/>
          </a:xfrm>
          <a:prstGeom prst="ellipse">
            <a:avLst/>
          </a:prstGeom>
          <a:solidFill>
            <a:srgbClr val="263073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4946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4910328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transcript inspection / filtering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5568696"/>
            <a:ext cx="274320" cy="274320"/>
          </a:xfrm>
          <a:prstGeom prst="ellipse">
            <a:avLst/>
          </a:prstGeom>
          <a:solidFill>
            <a:srgbClr val="263073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0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553212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for scanned PDFs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DepoIndex — Demo, Limitations &amp; Future Work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2026-09-13T16:45:23Z</dcterms:created>
  <dcterms:modified xsi:type="dcterms:W3CDTF">2026-09-13T16:45:23Z</dcterms:modified>
</cp:coreProperties>
</file>